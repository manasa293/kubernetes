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DB84-483C-8683-083C-1C2B889EA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5740F-1C56-AEEA-26ED-31A00F01A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2106-749B-FAA5-1F0D-B5329335A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9E5B-9E5E-2EA5-8173-D23720E9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AB06B-3717-E4F5-DE9A-F89C82D3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2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9902-4CB7-7014-BFE7-565C4E22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3F4A-EE5F-E57C-8C35-34AB50D77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6E248-459A-D4E2-01BF-41CAB732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A1603-39A5-EAA9-4ED7-6136243B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7D292-5D4E-524F-10A9-6D41712E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8B38-2B23-504B-E728-FBEF5E6D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924D9-F3D3-BB5D-9DA2-DB0E432C6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DB2D-80AC-6B23-4767-CE449128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B622-FF76-C6E2-E0E9-43FFC2E3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91989-3BDB-A0EB-AFE8-3BD37F5E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3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06A6-C592-3A69-CE48-0B7B3C38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6B7B-D8FA-D56A-925F-C66AAA92E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D2B4C-3354-EA59-8E01-3FC647732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4F623-7AB7-D866-B721-0FB42015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AB745-930B-3ADF-DA68-5B60F550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6BA2E-E3A8-2A08-C76B-FEEC0E50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1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CB70-FAEB-A171-E4CD-87075B9F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F1A80-5C7C-636C-F7FF-09907D19C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4D782-D3E9-8C34-23C4-99D316CEB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3E7DD-8122-C47A-8D8F-0B49A6E4A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F2B6C-EE80-8594-2DCD-8CAFA77DE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F3745-7F42-9277-9E48-D7809005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281FD-DEFA-02A8-D51C-B04FA509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5A615-57F3-10BB-4D9A-169AD4D9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3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5C27-B414-923C-E599-A95D1904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C46B3-AE2D-B55C-5585-FBB789EA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A8E1A-0E6E-0D93-85AF-2CBA8A08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33182-55F6-ACE1-ABB7-0F7FE735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2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277F5-1D78-2CDA-5065-7808AA3A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A09BD-7D21-A3A0-0923-D8A8C6FA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87D13-3A0F-6E0C-C135-6632AA94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B09E-8B30-9FC3-9295-FF52B4DA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4D96-8A5C-8338-1684-503383CC9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A3542-D565-69FC-2E13-3569C0952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F49A7-E827-933E-17AD-4CAA2ACC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028ED-CBE1-ED4B-483B-6B5D0AC1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1269A-EBD3-A111-565B-680E878B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9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D0D8B-E061-A12E-9846-59445AAE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82609-CB7A-F75F-3653-991974D5A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96AC3-7B84-C731-B409-5F43F695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BB88-B7A3-3944-4F2F-3D4C13E4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EF28-9AEA-D488-8BD9-92DC1C34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C2DD1-27FC-EC38-6DF2-0A0C2E8D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5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6B9D-EF89-3C58-3EE0-95FF2303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99C3E-DC04-234A-2696-5DE80C3AB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B116C-593C-C6AA-45CA-7F8443C0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66AD-F888-2569-F073-0E299750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0EC4-6969-C8FF-742A-D7577EC1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5CA76-BCF6-86A6-5CB8-607AA2333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647C7-9DC3-DF59-C5FA-20CB6366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660DC-A876-2E20-E973-8815A476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858CC-ED52-7045-651A-EF41E1A7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28D89-0CDE-EC6A-41CF-2CF90E63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1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3A7189-A1DA-ED05-D3EE-C9AE3383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D783D-B2B2-03A5-42B4-E1629DA91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592FB-EBE1-F1DB-0184-683E8FBF0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331A5-5504-4387-927D-8DD2D5C9A2E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C0F21-B950-F2AC-C03C-B0248C28D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C016D-1483-C545-2A15-5178478AB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B0A14-C626-441A-9E43-24B3ADB87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608C4B-D1BB-6846-EC6E-7C802849D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992"/>
            <a:ext cx="12192000" cy="602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93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A05B3-BA2A-831B-1049-2362C8EF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5" y="75909"/>
            <a:ext cx="11659610" cy="670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5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38899-9687-9B8B-FEA7-3A904DE9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8754"/>
            <a:ext cx="11827265" cy="6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8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D75D9F-0D3C-648D-B25B-35A21197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396" y="68289"/>
            <a:ext cx="8855207" cy="67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1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E507F-E8A5-6449-3E1E-5FC6D5407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15" y="37806"/>
            <a:ext cx="8176969" cy="678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6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F879A-14CD-E697-0B51-6FB386943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" y="11134"/>
            <a:ext cx="12063505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91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97BD3-DFD6-4B80-81A7-C4199FF5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08" y="83530"/>
            <a:ext cx="7887383" cy="66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0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S Adavimath</dc:creator>
  <cp:lastModifiedBy>Sneha S Adavimath</cp:lastModifiedBy>
  <cp:revision>1</cp:revision>
  <dcterms:created xsi:type="dcterms:W3CDTF">2026-03-05T09:00:01Z</dcterms:created>
  <dcterms:modified xsi:type="dcterms:W3CDTF">2026-03-05T09:00:56Z</dcterms:modified>
</cp:coreProperties>
</file>